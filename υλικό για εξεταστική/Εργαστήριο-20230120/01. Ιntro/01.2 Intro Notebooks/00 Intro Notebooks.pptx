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aleway"/>
      <p:regular r:id="rId8"/>
      <p:bold r:id="rId9"/>
      <p:italic r:id="rId10"/>
      <p:boldItalic r:id="rId11"/>
    </p:embeddedFont>
    <p:embeddedFont>
      <p:font typeface="Source Sans Pr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boldItalic.fntdata"/><Relationship Id="rId10" Type="http://schemas.openxmlformats.org/officeDocument/2006/relationships/font" Target="fonts/Raleway-italic.fntdata"/><Relationship Id="rId13" Type="http://schemas.openxmlformats.org/officeDocument/2006/relationships/font" Target="fonts/SourceSansPro-bold.fntdata"/><Relationship Id="rId12" Type="http://schemas.openxmlformats.org/officeDocument/2006/relationships/font" Target="fonts/SourceSansPr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bold.fntdata"/><Relationship Id="rId15" Type="http://schemas.openxmlformats.org/officeDocument/2006/relationships/font" Target="fonts/SourceSansPro-boldItalic.fntdata"/><Relationship Id="rId14" Type="http://schemas.openxmlformats.org/officeDocument/2006/relationships/font" Target="fonts/SourceSansPr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f36dfe065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f36dfe065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3.png"/><Relationship Id="rId11" Type="http://schemas.openxmlformats.org/officeDocument/2006/relationships/hyperlink" Target="https://drive.google.com/file/d/1aClf7egXWGc0_jEmwHll8JkOO6xjGv4l/view?usp=sharing" TargetMode="External"/><Relationship Id="rId10" Type="http://schemas.openxmlformats.org/officeDocument/2006/relationships/hyperlink" Target="https://drive.google.com/file/d/1SDXMANzEYBGuC3ISRF2t_DgptMj_iB5w/view?usp=sharing" TargetMode="External"/><Relationship Id="rId21" Type="http://schemas.openxmlformats.org/officeDocument/2006/relationships/image" Target="../media/image8.png"/><Relationship Id="rId13" Type="http://schemas.openxmlformats.org/officeDocument/2006/relationships/image" Target="../media/image5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rive.google.com/file/d/1e7ufoF-0J99ssbkZlMDfykuqrJIfFKhk/view?usp=sharing" TargetMode="External"/><Relationship Id="rId4" Type="http://schemas.openxmlformats.org/officeDocument/2006/relationships/hyperlink" Target="https://drive.google.com/file/d/18R1IfHqBtCfyM-k0NvpmfaiF01LMs_np/view?usp=sharing" TargetMode="External"/><Relationship Id="rId9" Type="http://schemas.openxmlformats.org/officeDocument/2006/relationships/hyperlink" Target="https://drive.google.com/file/d/1VA6vr2e-9X7ldpuZT0jIVMBkZyNh6k7i/view?usp=sharing" TargetMode="External"/><Relationship Id="rId15" Type="http://schemas.openxmlformats.org/officeDocument/2006/relationships/image" Target="../media/image10.png"/><Relationship Id="rId14" Type="http://schemas.openxmlformats.org/officeDocument/2006/relationships/image" Target="../media/image11.png"/><Relationship Id="rId17" Type="http://schemas.openxmlformats.org/officeDocument/2006/relationships/image" Target="../media/image7.png"/><Relationship Id="rId16" Type="http://schemas.openxmlformats.org/officeDocument/2006/relationships/image" Target="../media/image6.png"/><Relationship Id="rId5" Type="http://schemas.openxmlformats.org/officeDocument/2006/relationships/hyperlink" Target="https://drive.google.com/file/d/1e7xJfkiXC-WlHoniI3lGLqIwgRWifJnG/view?usp=sharing" TargetMode="External"/><Relationship Id="rId19" Type="http://schemas.openxmlformats.org/officeDocument/2006/relationships/image" Target="../media/image9.png"/><Relationship Id="rId6" Type="http://schemas.openxmlformats.org/officeDocument/2006/relationships/hyperlink" Target="https://drive.google.com/file/d/1Bm3Rt9JwBXaLUBHRCpzCl6leGrpwmssp/view?usp=sharing" TargetMode="External"/><Relationship Id="rId18" Type="http://schemas.openxmlformats.org/officeDocument/2006/relationships/image" Target="../media/image2.png"/><Relationship Id="rId7" Type="http://schemas.openxmlformats.org/officeDocument/2006/relationships/hyperlink" Target="https://drive.google.com/file/d/1iB-0BGdu8vrVfaYiDPUTbnl89MINBflm/view?usp=sharing" TargetMode="External"/><Relationship Id="rId8" Type="http://schemas.openxmlformats.org/officeDocument/2006/relationships/hyperlink" Target="https://drive.google.com/file/d/1GOSd0AcBow8tvfID0E9qlUkRVS-TSJ__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Notebooks 2022 - 2023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Jupyter &amp; Python</a:t>
            </a:r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057279"/>
            <a:ext cx="2698824" cy="93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248575" y="158250"/>
            <a:ext cx="4306500" cy="48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81"/>
              <a:t>Intro Notebooks</a:t>
            </a:r>
            <a:endParaRPr b="1" sz="5081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01 Colab Intro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02 Markdown Guide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03 Python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04 Numpy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05 Scipy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8"/>
              </a:rPr>
              <a:t>06 Pandas &amp; Seaborn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9"/>
              </a:rPr>
              <a:t>07 Data Preprocessing with Pandas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0"/>
              </a:rPr>
              <a:t>08 Συμπληρωματικές σημειώσεις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1"/>
              </a:rPr>
              <a:t>09 SSH to Colab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252275" y="1290100"/>
            <a:ext cx="818976" cy="818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035437" y="310525"/>
            <a:ext cx="1258626" cy="774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726848" y="259325"/>
            <a:ext cx="1898750" cy="83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682678" y="1340250"/>
            <a:ext cx="1814525" cy="71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939650" y="2403727"/>
            <a:ext cx="1733899" cy="68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941000" y="2273063"/>
            <a:ext cx="1974051" cy="79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045250" y="3342150"/>
            <a:ext cx="2167341" cy="62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7492051" y="3184075"/>
            <a:ext cx="1005150" cy="100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233725" y="4157800"/>
            <a:ext cx="1753175" cy="36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7126725" y="4287899"/>
            <a:ext cx="1861700" cy="55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